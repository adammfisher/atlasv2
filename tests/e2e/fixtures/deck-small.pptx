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3.2</c:v>
                </c:pt>
                <c:pt idx="1">
                  <c:v>3.5</c:v>
                </c:pt>
                <c:pt idx="2">
                  <c:v>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3.1</c:v>
                </c:pt>
                <c:pt idx="1">
                  <c:v>3.7</c:v>
                </c:pt>
                <c:pt idx="2">
                  <c:v>4.2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rate %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27</c:v>
                </c:pt>
                <c:pt idx="2">
                  <c:v>31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>
                  <a:srgbClr val="D97757"/>
                </a:solidFill>
                <a:latin typeface="Helvetica Neue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Lightspeed Atlas · enterprise rollout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Revenue 4.2M vs 3.8M plan</a:t>
            </a:r>
          </a:p>
          <a:p>
            <a:pPr/>
            <a:r>
              <a:t>Win rate up 9 points to 31%</a:t>
            </a:r>
          </a:p>
          <a:p>
            <a:pPr/>
            <a:r>
              <a:t>Pipeline coverage 2.8x</a:t>
            </a:r>
          </a:p>
          <a:p>
            <a:pPr/>
            <a:r>
              <a:t>12 enterprise teams onboarded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vs plan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463040"/>
          <a:ext cx="7680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by segment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Enterprise: 14 deals · 6.1M</a:t>
            </a:r>
          </a:p>
          <a:p>
            <a:pPr/>
            <a:r>
              <a:t>Mid-market: 22 deals · 3.4M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SMB: 31 deals · 1.2M</a:t>
            </a:r>
          </a:p>
          <a:p>
            <a:pPr/>
            <a:r>
              <a:t>Partner-sourced: 9 deals · 2.0M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 rate up 9 points in two quarters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463040"/>
          <a:ext cx="7680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Renewal concentration in top 3 accounts</a:t>
            </a:r>
          </a:p>
          <a:p>
            <a:pPr/>
            <a:r>
              <a:t>Ask: budget for 2 SEs in Q4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