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revenue grew 12% on enterprise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deck for harness self-test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drivers explain the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upsell led bookings</a:t>
            </a:r>
          </a:p>
          <a:p>
            <a:r>
              <a:t>Churn fell to 2.1%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